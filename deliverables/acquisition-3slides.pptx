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  <p:sldMasterId id="2147483655" r:id="rId3"/>
    <p:sldMasterId id="2147483661" r:id="rId4"/>
    <p:sldMasterId id="2147483673" r:id="rId5"/>
    <p:sldMasterId id="2147483678" r:id="rId6"/>
    <p:sldMasterId id="2147483681" r:id="rId7"/>
  </p:sldMasterIdLst>
  <p:notesMasterIdLst>
    <p:notesMasterId r:id="rId25"/>
  </p:notesMasterIdLst>
  <p:sldIdLst>
    <p:sldId id="419" r:id="rId40"/>
    <p:sldId id="420" r:id="rId41"/>
    <p:sldId id="421" r:id="rId42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2C94"/>
    <a:srgbClr val="0177BE"/>
    <a:srgbClr val="5799C7"/>
    <a:srgbClr val="4681A8"/>
    <a:srgbClr val="E1FAFF"/>
    <a:srgbClr val="5CFAC2"/>
    <a:srgbClr val="CDAAEC"/>
    <a:srgbClr val="4BD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8" autoAdjust="0"/>
    <p:restoredTop sz="93508" autoAdjust="0"/>
  </p:normalViewPr>
  <p:slideViewPr>
    <p:cSldViewPr showGuides="1">
      <p:cViewPr varScale="1">
        <p:scale>
          <a:sx n="78" d="100"/>
          <a:sy n="78" d="100"/>
        </p:scale>
        <p:origin x="1195" y="62"/>
      </p:cViewPr>
      <p:guideLst>
        <p:guide orient="horz" pos="2145"/>
        <p:guide pos="2880"/>
      </p:guideLst>
    </p:cSldViewPr>
  </p:slideViewPr>
  <p:outlineViewPr>
    <p:cViewPr>
      <p:scale>
        <a:sx n="33" d="100"/>
        <a:sy n="33" d="100"/>
      </p:scale>
      <p:origin x="0" y="245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2712" y="21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C9CF43D-2435-4D38-91F0-C0C2194116D1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E1FB962-A6A1-4760-A716-BBB17FA8E30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4934C-89BD-420F-8C4E-964EE8454725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中国科学院合肥物质科学研究院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6A698-C33D-4DA5-B3A8-C6FF8AC6823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B9E1FC-26C8-4CE8-8F9F-3A5192467DA2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59113" y="6376988"/>
            <a:ext cx="30972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t>中国科学院合肥物质科学研究院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92454CD-669E-4FCB-A581-93726A93719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2B567-0F0F-42B9-96B4-D755E89E60BF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中国科学院合肥物质科学研究院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F778E-1DBB-47C1-9E90-8ECC40C1068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white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fld id="{F4A8EB9D-9D9E-4449-9F8E-E321C61A2E3C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87675" y="6376988"/>
            <a:ext cx="3097213" cy="365125"/>
          </a:xfrm>
        </p:spPr>
        <p:txBody>
          <a:bodyPr/>
          <a:lstStyle>
            <a:lvl1pPr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r>
              <a:t>中国科学院合肥物质科学研究院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ABFA22C-F4C7-458F-A335-F360036D678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3154B-D621-43CE-B46D-3F63C97CED90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中国科学院合肥物质科学研究院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70BB10-06DE-4A27-ABFF-EE61C3C85B2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3BB0F47E-657E-4B72-A2D8-D35353F73988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3A81EDB-767A-457F-A020-87682BD695C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white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fld id="{8CC72503-2253-4EF8-8275-29D3C869298F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white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7D8C31-CE87-4435-B589-08AE4207D03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69037-3046-4B7A-8B32-7AC0587A2B2E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5BDA8D-5645-4637-A3E8-C335A14D335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77ECE-6935-4026-8256-5599A44AF897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C7AE3D-CD9C-435E-BF51-7B18A70C996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107DD-C7C2-424E-99AC-1A25F08F501A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7E8B15-B58A-431B-A857-EFE1154CC04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C0042-847F-4FDE-8A3C-8860BA7C70E6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2C8F87-CEBC-41AB-AA22-2FC0142662B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F5BED-C8C3-4DEE-90D1-C3D7D3A1E76B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196130-EA67-4E4F-B57F-4FA55C6F23E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5CC11-94FB-463E-8735-7B2F8C5FF634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B9478-D028-429C-A0EE-121C68B5C2C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DB9E3-C100-4E4C-83A4-FF255BD49679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D8061-DB69-42EA-80D2-B9FFA3E36A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EEF1D-C55E-4DDD-A467-9D90C6F4F2FA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0960B-3167-4463-B841-29F5491C680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8FCB7-8730-45A4-92BC-0CC4DDD17B56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6D170-4DE1-479B-8653-58741A1FB75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5BF40-0016-4018-8E60-CCE9CF4FE395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C5CCA-6C64-4D70-B1B1-05BD2656086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B0749-3AAB-4F8A-B563-FF6C75F05062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EFCBA8-2946-49C7-A4CF-9413E7B4F95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9D9EC-6639-49AE-9A06-D3AD19DF5C60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EB3717-D0C2-46BC-8D97-1B0B735EBD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B26E-0EC2-4415-8599-100A8AEC2F64}" type="datetime1">
              <a:rPr lang="zh-CN" altLang="en-US" smtClean="0"/>
              <a:t>2026/9/28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 lang="zh-CN" altLang="en-US" sz="2400" kern="1200" dirty="0" smtClean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514350" indent="-171450">
              <a:defRPr lang="zh-CN" altLang="en-US" sz="18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857250" indent="-171450"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楷体_GB2312" panose="02010609030101010101" pitchFamily="49" charset="-122"/>
                <a:cs typeface="+mn-cs"/>
              </a:defRPr>
            </a:lvl3pPr>
            <a:lvl4pPr marL="1200150" indent="-171450"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>
              <a:defRPr lang="en-US" alt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57175" lvl="0" indent="-257175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单击此处编辑母版文本样式</a:t>
            </a:r>
          </a:p>
          <a:p>
            <a:pPr marL="557530" lvl="1" indent="-21463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zh-CN" altLang="en-US" dirty="0"/>
              <a:t>第二级</a:t>
            </a:r>
          </a:p>
          <a:p>
            <a:pPr marL="857250" lvl="2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第三级</a:t>
            </a:r>
          </a:p>
          <a:p>
            <a:pPr marL="1200150" lvl="3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53735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第四级</a:t>
            </a:r>
          </a:p>
          <a:p>
            <a:pPr marL="1543050" lvl="4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7375E"/>
              </a:buClr>
              <a:buFont typeface="Arial" panose="020B0604020202020204" pitchFamily="34" charset="0"/>
              <a:buChar char="»"/>
            </a:pPr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6314-52BE-4528-A448-6C44946D9FAC}" type="datetime1">
              <a:rPr lang="zh-CN" altLang="en-US" smtClean="0"/>
              <a:t>2026/9/28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3F521-7CC3-4F25-AFFB-F898FFAEF1E3}" type="datetime1">
              <a:rPr lang="zh-CN" altLang="en-US" smtClean="0"/>
              <a:t>2026/9/28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E1227-0D34-4C64-A0C1-AAFD2381EC4F}" type="datetime1">
              <a:rPr lang="zh-CN" altLang="en-US" smtClean="0"/>
              <a:t>2026/9/28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B26E-0EC2-4415-8599-100A8AEC2F64}" type="datetime1">
              <a:rPr lang="zh-CN" altLang="en-US" smtClean="0"/>
              <a:t>2026/9/28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07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6FA4-4C05-49FB-935B-6518CB31CEE0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pPr algn="l"/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蓝色标题栏"/>
          <p:cNvSpPr/>
          <p:nvPr userDrawn="1"/>
        </p:nvSpPr>
        <p:spPr>
          <a:xfrm>
            <a:off x="0" y="0"/>
            <a:ext cx="9144000" cy="561340"/>
          </a:xfrm>
          <a:prstGeom prst="rect">
            <a:avLst/>
          </a:prstGeom>
          <a:solidFill>
            <a:srgbClr val="5799C7"/>
          </a:solidFill>
          <a:ln w="12700">
            <a:solidFill>
              <a:srgbClr val="2F528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F22F-089D-48B9-A590-BFD96B2EADC5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06FA4-4C05-49FB-935B-6518CB31CEE0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pPr algn="l"/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蓝色标题栏"/>
          <p:cNvSpPr/>
          <p:nvPr userDrawn="1"/>
        </p:nvSpPr>
        <p:spPr>
          <a:xfrm>
            <a:off x="0" y="0"/>
            <a:ext cx="9144000" cy="561340"/>
          </a:xfrm>
          <a:prstGeom prst="rect">
            <a:avLst/>
          </a:prstGeom>
          <a:solidFill>
            <a:srgbClr val="5799C7"/>
          </a:solidFill>
          <a:ln w="12700">
            <a:solidFill>
              <a:srgbClr val="2F528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F22F-089D-48B9-A590-BFD96B2EADC5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Relationship Id="rId4" Type="http://schemas.openxmlformats.org/officeDocument/2006/relationships/image" Target="../media/image2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7" Type="http://schemas.openxmlformats.org/officeDocument/2006/relationships/image" Target="../media/image2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theme" Target="../theme/theme4.xml"/><Relationship Id="rId13" Type="http://schemas.openxmlformats.org/officeDocument/2006/relationships/image" Target="../media/image4.png"/><Relationship Id="rId14" Type="http://schemas.openxmlformats.org/officeDocument/2006/relationships/image" Target="../media/image5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CBD88A5-84DF-405D-9C9E-374132A34372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87675" y="6356350"/>
            <a:ext cx="3097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中国科学院合肥物质科学研究院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ED04F9D-8378-448C-A4E9-7B712A7408C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0" y="-26988"/>
            <a:ext cx="7977188" cy="1270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zh-CN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7" descr="http://www.10why.net/wp-content/uploads/2012/04/jqr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7" b="6251"/>
          <a:stretch>
            <a:fillRect/>
          </a:stretch>
        </p:blipFill>
        <p:spPr bwMode="auto">
          <a:xfrm flipH="1">
            <a:off x="21271" y="5078852"/>
            <a:ext cx="1603921" cy="1764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6" name="标题占位符 1"/>
          <p:cNvSpPr>
            <a:spLocks noGrp="1"/>
          </p:cNvSpPr>
          <p:nvPr>
            <p:ph type="title"/>
          </p:nvPr>
        </p:nvSpPr>
        <p:spPr bwMode="auto">
          <a:xfrm>
            <a:off x="0" y="1"/>
            <a:ext cx="9108504" cy="101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1052736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02060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2060"/>
        </a:buClr>
        <a:buFont typeface="Wingdings" panose="05000000000000000000" pitchFamily="2" charset="2"/>
        <a:buChar char="Ø"/>
        <a:defRPr sz="32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7030A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53735"/>
        </a:buClr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17375E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C0DE3F-5E10-498B-BC06-929D771AEACA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59113" y="6356350"/>
            <a:ext cx="3097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zh-CN" altLang="en-US" sz="16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r>
              <a:t>中国科学院合肥物质科学研究院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554384A-FDD6-4EEA-870B-956109D9F3F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-11113" y="0"/>
            <a:ext cx="9155113" cy="1222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zh-CN" altLang="en-US" sz="3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9" name="标题占位符 1"/>
          <p:cNvSpPr>
            <a:spLocks noGrp="1"/>
          </p:cNvSpPr>
          <p:nvPr>
            <p:ph type="title"/>
          </p:nvPr>
        </p:nvSpPr>
        <p:spPr bwMode="auto">
          <a:xfrm>
            <a:off x="-11113" y="-1"/>
            <a:ext cx="9155113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zh-CN" altLang="en-US" sz="4000" kern="1200" dirty="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zh-CN" altLang="en-US" sz="3200" kern="1200" dirty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zh-CN" altLang="en-US" sz="2400" kern="120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zh-CN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lang="zh-CN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 userDrawn="1"/>
        </p:nvSpPr>
        <p:spPr>
          <a:xfrm>
            <a:off x="-11114" y="0"/>
            <a:ext cx="9155113" cy="1438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zh-CN" altLang="en-US" sz="3200" b="1" dirty="0"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标题占位符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3999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38D7DBF-69EC-4F65-A0BF-C368617AA455}" type="datetimeFigureOut">
              <a:rPr lang="zh-CN" altLang="en-US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52763" y="6356350"/>
            <a:ext cx="3032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zh-CN" altLang="en-US" sz="16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r>
              <a:t>中国科学院合肥物质科学研究院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E865E9C-0F39-473A-9E2F-7FBF99950FA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ransition spd="med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zh-CN" altLang="en-US" sz="4000" kern="1200" dirty="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zh-CN" altLang="en-US" sz="3200" kern="1200" dirty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zh-CN" altLang="en-US" sz="2400" kern="1200" dirty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zh-CN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lang="zh-CN" altLang="en-US" sz="2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 userDrawn="1"/>
        </p:nvGrpSpPr>
        <p:grpSpPr bwMode="auto">
          <a:xfrm>
            <a:off x="6291303" y="374650"/>
            <a:ext cx="2868571" cy="338554"/>
            <a:chOff x="7386" y="0"/>
            <a:chExt cx="2638385" cy="339388"/>
          </a:xfrm>
        </p:grpSpPr>
        <p:sp>
          <p:nvSpPr>
            <p:cNvPr id="2" name="矩形 22"/>
            <p:cNvSpPr>
              <a:spLocks noChangeArrowheads="1"/>
            </p:cNvSpPr>
            <p:nvPr userDrawn="1"/>
          </p:nvSpPr>
          <p:spPr bwMode="auto">
            <a:xfrm>
              <a:off x="2537723" y="0"/>
              <a:ext cx="108048" cy="3389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" name="TextBox 23"/>
            <p:cNvSpPr txBox="1">
              <a:spLocks noChangeArrowheads="1"/>
            </p:cNvSpPr>
            <p:nvPr userDrawn="1"/>
          </p:nvSpPr>
          <p:spPr bwMode="auto">
            <a:xfrm>
              <a:off x="7386" y="0"/>
              <a:ext cx="2528842" cy="339388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1600" baseline="0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                                                  </a:t>
              </a:r>
              <a:endParaRPr lang="zh-CN" alt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5123" name="Picture 2" descr="C:\Documents and Settings\Administrator\桌面\新年模板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4340225"/>
            <a:ext cx="861377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图片 2" descr="www_tuweimei_comComp_13978814_HVsB6y2lv8PahdjcQj2Z4n63tOYBSPGa.jpg"/>
          <p:cNvPicPr>
            <a:picLocks noGrp="1"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86"/>
          <a:stretch>
            <a:fillRect/>
          </a:stretch>
        </p:blipFill>
        <p:spPr bwMode="auto">
          <a:xfrm>
            <a:off x="5886450" y="2041525"/>
            <a:ext cx="3222625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5" name="Group 7"/>
          <p:cNvGrpSpPr/>
          <p:nvPr userDrawn="1"/>
        </p:nvGrpSpPr>
        <p:grpSpPr bwMode="auto">
          <a:xfrm>
            <a:off x="-7938" y="5711825"/>
            <a:ext cx="1576388" cy="1152525"/>
            <a:chOff x="0" y="0"/>
            <a:chExt cx="2335213" cy="1704975"/>
          </a:xfrm>
        </p:grpSpPr>
        <p:sp>
          <p:nvSpPr>
            <p:cNvPr id="5130" name="Freeform 20"/>
            <p:cNvSpPr/>
            <p:nvPr userDrawn="1"/>
          </p:nvSpPr>
          <p:spPr bwMode="auto">
            <a:xfrm>
              <a:off x="1120776" y="574675"/>
              <a:ext cx="504825" cy="485775"/>
            </a:xfrm>
            <a:custGeom>
              <a:avLst/>
              <a:gdLst>
                <a:gd name="T0" fmla="*/ 2147483647 w 157"/>
                <a:gd name="T1" fmla="*/ 2147483647 h 151"/>
                <a:gd name="T2" fmla="*/ 2147483647 w 157"/>
                <a:gd name="T3" fmla="*/ 2147483647 h 151"/>
                <a:gd name="T4" fmla="*/ 2147483647 w 157"/>
                <a:gd name="T5" fmla="*/ 2147483647 h 151"/>
                <a:gd name="T6" fmla="*/ 2147483647 w 157"/>
                <a:gd name="T7" fmla="*/ 2147483647 h 151"/>
                <a:gd name="T8" fmla="*/ 2147483647 w 157"/>
                <a:gd name="T9" fmla="*/ 2147483647 h 151"/>
                <a:gd name="T10" fmla="*/ 2147483647 w 157"/>
                <a:gd name="T11" fmla="*/ 0 h 151"/>
                <a:gd name="T12" fmla="*/ 2147483647 w 157"/>
                <a:gd name="T13" fmla="*/ 2147483647 h 151"/>
                <a:gd name="T14" fmla="*/ 2147483647 w 157"/>
                <a:gd name="T15" fmla="*/ 2147483647 h 151"/>
                <a:gd name="T16" fmla="*/ 0 w 157"/>
                <a:gd name="T17" fmla="*/ 2147483647 h 151"/>
                <a:gd name="T18" fmla="*/ 2147483647 w 157"/>
                <a:gd name="T19" fmla="*/ 2147483647 h 151"/>
                <a:gd name="T20" fmla="*/ 2147483647 w 157"/>
                <a:gd name="T21" fmla="*/ 2147483647 h 151"/>
                <a:gd name="T22" fmla="*/ 2147483647 w 157"/>
                <a:gd name="T23" fmla="*/ 2147483647 h 151"/>
                <a:gd name="T24" fmla="*/ 2147483647 w 157"/>
                <a:gd name="T25" fmla="*/ 2147483647 h 151"/>
                <a:gd name="T26" fmla="*/ 2147483647 w 157"/>
                <a:gd name="T27" fmla="*/ 2147483647 h 151"/>
                <a:gd name="T28" fmla="*/ 2147483647 w 157"/>
                <a:gd name="T29" fmla="*/ 2147483647 h 151"/>
                <a:gd name="T30" fmla="*/ 2147483647 w 157"/>
                <a:gd name="T31" fmla="*/ 2147483647 h 151"/>
                <a:gd name="T32" fmla="*/ 2147483647 w 157"/>
                <a:gd name="T33" fmla="*/ 2147483647 h 151"/>
                <a:gd name="T34" fmla="*/ 2147483647 w 157"/>
                <a:gd name="T35" fmla="*/ 2147483647 h 151"/>
                <a:gd name="T36" fmla="*/ 2147483647 w 157"/>
                <a:gd name="T37" fmla="*/ 2147483647 h 15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7"/>
                <a:gd name="T58" fmla="*/ 0 h 151"/>
                <a:gd name="T59" fmla="*/ 157 w 157"/>
                <a:gd name="T60" fmla="*/ 151 h 15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7" h="151">
                  <a:moveTo>
                    <a:pt x="114" y="89"/>
                  </a:moveTo>
                  <a:cubicBezTo>
                    <a:pt x="157" y="54"/>
                    <a:pt x="157" y="54"/>
                    <a:pt x="157" y="54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100" y="57"/>
                    <a:pt x="98" y="55"/>
                    <a:pt x="97" y="53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0" y="55"/>
                    <a:pt x="60" y="55"/>
                    <a:pt x="60" y="55"/>
                  </a:cubicBezTo>
                  <a:cubicBezTo>
                    <a:pt x="59" y="57"/>
                    <a:pt x="57" y="58"/>
                    <a:pt x="55" y="58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8" y="93"/>
                    <a:pt x="49" y="96"/>
                    <a:pt x="48" y="9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3" y="151"/>
                    <a:pt x="33" y="151"/>
                    <a:pt x="33" y="151"/>
                  </a:cubicBezTo>
                  <a:cubicBezTo>
                    <a:pt x="35" y="149"/>
                    <a:pt x="35" y="149"/>
                    <a:pt x="35" y="149"/>
                  </a:cubicBezTo>
                  <a:cubicBezTo>
                    <a:pt x="79" y="117"/>
                    <a:pt x="79" y="117"/>
                    <a:pt x="79" y="117"/>
                  </a:cubicBezTo>
                  <a:cubicBezTo>
                    <a:pt x="80" y="116"/>
                    <a:pt x="83" y="115"/>
                    <a:pt x="85" y="117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13" y="94"/>
                    <a:pt x="113" y="94"/>
                    <a:pt x="113" y="94"/>
                  </a:cubicBezTo>
                  <a:cubicBezTo>
                    <a:pt x="112" y="92"/>
                    <a:pt x="113" y="90"/>
                    <a:pt x="114" y="89"/>
                  </a:cubicBezTo>
                  <a:close/>
                </a:path>
              </a:pathLst>
            </a:custGeom>
            <a:gradFill rotWithShape="1">
              <a:gsLst>
                <a:gs pos="0">
                  <a:srgbClr val="C2C2C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Freeform 21"/>
            <p:cNvSpPr/>
            <p:nvPr userDrawn="1"/>
          </p:nvSpPr>
          <p:spPr bwMode="auto">
            <a:xfrm>
              <a:off x="147638" y="0"/>
              <a:ext cx="796925" cy="763587"/>
            </a:xfrm>
            <a:custGeom>
              <a:avLst/>
              <a:gdLst>
                <a:gd name="T0" fmla="*/ 2147483647 w 248"/>
                <a:gd name="T1" fmla="*/ 2147483647 h 238"/>
                <a:gd name="T2" fmla="*/ 2147483647 w 248"/>
                <a:gd name="T3" fmla="*/ 2147483647 h 238"/>
                <a:gd name="T4" fmla="*/ 2147483647 w 248"/>
                <a:gd name="T5" fmla="*/ 2147483647 h 238"/>
                <a:gd name="T6" fmla="*/ 2147483647 w 248"/>
                <a:gd name="T7" fmla="*/ 2147483647 h 238"/>
                <a:gd name="T8" fmla="*/ 2147483647 w 248"/>
                <a:gd name="T9" fmla="*/ 0 h 238"/>
                <a:gd name="T10" fmla="*/ 2147483647 w 248"/>
                <a:gd name="T11" fmla="*/ 2147483647 h 238"/>
                <a:gd name="T12" fmla="*/ 2147483647 w 248"/>
                <a:gd name="T13" fmla="*/ 2147483647 h 238"/>
                <a:gd name="T14" fmla="*/ 2147483647 w 248"/>
                <a:gd name="T15" fmla="*/ 2147483647 h 238"/>
                <a:gd name="T16" fmla="*/ 0 w 248"/>
                <a:gd name="T17" fmla="*/ 2147483647 h 238"/>
                <a:gd name="T18" fmla="*/ 2147483647 w 248"/>
                <a:gd name="T19" fmla="*/ 2147483647 h 238"/>
                <a:gd name="T20" fmla="*/ 2147483647 w 248"/>
                <a:gd name="T21" fmla="*/ 2147483647 h 238"/>
                <a:gd name="T22" fmla="*/ 2147483647 w 248"/>
                <a:gd name="T23" fmla="*/ 2147483647 h 238"/>
                <a:gd name="T24" fmla="*/ 2147483647 w 248"/>
                <a:gd name="T25" fmla="*/ 2147483647 h 238"/>
                <a:gd name="T26" fmla="*/ 2147483647 w 248"/>
                <a:gd name="T27" fmla="*/ 2147483647 h 238"/>
                <a:gd name="T28" fmla="*/ 2147483647 w 248"/>
                <a:gd name="T29" fmla="*/ 2147483647 h 238"/>
                <a:gd name="T30" fmla="*/ 2147483647 w 248"/>
                <a:gd name="T31" fmla="*/ 2147483647 h 238"/>
                <a:gd name="T32" fmla="*/ 2147483647 w 248"/>
                <a:gd name="T33" fmla="*/ 2147483647 h 238"/>
                <a:gd name="T34" fmla="*/ 2147483647 w 248"/>
                <a:gd name="T35" fmla="*/ 2147483647 h 2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8"/>
                <a:gd name="T55" fmla="*/ 0 h 238"/>
                <a:gd name="T56" fmla="*/ 248 w 248"/>
                <a:gd name="T57" fmla="*/ 238 h 23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8" h="238">
                  <a:moveTo>
                    <a:pt x="179" y="141"/>
                  </a:moveTo>
                  <a:cubicBezTo>
                    <a:pt x="248" y="86"/>
                    <a:pt x="248" y="86"/>
                    <a:pt x="248" y="86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58" y="90"/>
                    <a:pt x="155" y="88"/>
                    <a:pt x="154" y="86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99" y="70"/>
                    <a:pt x="99" y="70"/>
                    <a:pt x="99" y="70"/>
                  </a:cubicBezTo>
                  <a:cubicBezTo>
                    <a:pt x="94" y="88"/>
                    <a:pt x="94" y="88"/>
                    <a:pt x="94" y="88"/>
                  </a:cubicBezTo>
                  <a:cubicBezTo>
                    <a:pt x="93" y="91"/>
                    <a:pt x="91" y="93"/>
                    <a:pt x="88" y="93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4" y="146"/>
                    <a:pt x="74" y="146"/>
                    <a:pt x="74" y="146"/>
                  </a:cubicBezTo>
                  <a:cubicBezTo>
                    <a:pt x="77" y="148"/>
                    <a:pt x="78" y="151"/>
                    <a:pt x="77" y="153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52" y="238"/>
                    <a:pt x="52" y="238"/>
                    <a:pt x="52" y="238"/>
                  </a:cubicBezTo>
                  <a:cubicBezTo>
                    <a:pt x="126" y="184"/>
                    <a:pt x="126" y="184"/>
                    <a:pt x="126" y="184"/>
                  </a:cubicBezTo>
                  <a:cubicBezTo>
                    <a:pt x="128" y="182"/>
                    <a:pt x="130" y="182"/>
                    <a:pt x="133" y="184"/>
                  </a:cubicBezTo>
                  <a:cubicBezTo>
                    <a:pt x="207" y="234"/>
                    <a:pt x="207" y="234"/>
                    <a:pt x="207" y="234"/>
                  </a:cubicBezTo>
                  <a:cubicBezTo>
                    <a:pt x="177" y="148"/>
                    <a:pt x="177" y="148"/>
                    <a:pt x="177" y="148"/>
                  </a:cubicBezTo>
                  <a:cubicBezTo>
                    <a:pt x="177" y="145"/>
                    <a:pt x="177" y="143"/>
                    <a:pt x="179" y="141"/>
                  </a:cubicBezTo>
                  <a:close/>
                </a:path>
              </a:pathLst>
            </a:custGeom>
            <a:gradFill rotWithShape="1">
              <a:gsLst>
                <a:gs pos="0">
                  <a:srgbClr val="C2C2C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Freeform 22"/>
            <p:cNvSpPr>
              <a:spLocks noEditPoints="1"/>
            </p:cNvSpPr>
            <p:nvPr userDrawn="1"/>
          </p:nvSpPr>
          <p:spPr bwMode="auto">
            <a:xfrm>
              <a:off x="0" y="160337"/>
              <a:ext cx="2335213" cy="1544638"/>
            </a:xfrm>
            <a:custGeom>
              <a:avLst/>
              <a:gdLst>
                <a:gd name="T0" fmla="*/ 2147483647 w 727"/>
                <a:gd name="T1" fmla="*/ 2147483647 h 481"/>
                <a:gd name="T2" fmla="*/ 2147483647 w 727"/>
                <a:gd name="T3" fmla="*/ 2147483647 h 481"/>
                <a:gd name="T4" fmla="*/ 2147483647 w 727"/>
                <a:gd name="T5" fmla="*/ 2147483647 h 481"/>
                <a:gd name="T6" fmla="*/ 2147483647 w 727"/>
                <a:gd name="T7" fmla="*/ 2147483647 h 481"/>
                <a:gd name="T8" fmla="*/ 2147483647 w 727"/>
                <a:gd name="T9" fmla="*/ 2147483647 h 481"/>
                <a:gd name="T10" fmla="*/ 2147483647 w 727"/>
                <a:gd name="T11" fmla="*/ 2147483647 h 481"/>
                <a:gd name="T12" fmla="*/ 2147483647 w 727"/>
                <a:gd name="T13" fmla="*/ 2147483647 h 481"/>
                <a:gd name="T14" fmla="*/ 2147483647 w 727"/>
                <a:gd name="T15" fmla="*/ 2147483647 h 481"/>
                <a:gd name="T16" fmla="*/ 2147483647 w 727"/>
                <a:gd name="T17" fmla="*/ 2147483647 h 481"/>
                <a:gd name="T18" fmla="*/ 2147483647 w 727"/>
                <a:gd name="T19" fmla="*/ 2147483647 h 481"/>
                <a:gd name="T20" fmla="*/ 2147483647 w 727"/>
                <a:gd name="T21" fmla="*/ 2147483647 h 481"/>
                <a:gd name="T22" fmla="*/ 2147483647 w 727"/>
                <a:gd name="T23" fmla="*/ 2147483647 h 481"/>
                <a:gd name="T24" fmla="*/ 2147483647 w 727"/>
                <a:gd name="T25" fmla="*/ 2147483647 h 481"/>
                <a:gd name="T26" fmla="*/ 2147483647 w 727"/>
                <a:gd name="T27" fmla="*/ 2147483647 h 481"/>
                <a:gd name="T28" fmla="*/ 2147483647 w 727"/>
                <a:gd name="T29" fmla="*/ 2147483647 h 481"/>
                <a:gd name="T30" fmla="*/ 2147483647 w 727"/>
                <a:gd name="T31" fmla="*/ 2147483647 h 481"/>
                <a:gd name="T32" fmla="*/ 2147483647 w 727"/>
                <a:gd name="T33" fmla="*/ 2147483647 h 481"/>
                <a:gd name="T34" fmla="*/ 2147483647 w 727"/>
                <a:gd name="T35" fmla="*/ 2147483647 h 481"/>
                <a:gd name="T36" fmla="*/ 2147483647 w 727"/>
                <a:gd name="T37" fmla="*/ 2147483647 h 481"/>
                <a:gd name="T38" fmla="*/ 2147483647 w 727"/>
                <a:gd name="T39" fmla="*/ 2147483647 h 481"/>
                <a:gd name="T40" fmla="*/ 2147483647 w 727"/>
                <a:gd name="T41" fmla="*/ 2147483647 h 481"/>
                <a:gd name="T42" fmla="*/ 2147483647 w 727"/>
                <a:gd name="T43" fmla="*/ 2147483647 h 481"/>
                <a:gd name="T44" fmla="*/ 2147483647 w 727"/>
                <a:gd name="T45" fmla="*/ 2147483647 h 481"/>
                <a:gd name="T46" fmla="*/ 2147483647 w 727"/>
                <a:gd name="T47" fmla="*/ 2147483647 h 481"/>
                <a:gd name="T48" fmla="*/ 2147483647 w 727"/>
                <a:gd name="T49" fmla="*/ 2147483647 h 481"/>
                <a:gd name="T50" fmla="*/ 2147483647 w 727"/>
                <a:gd name="T51" fmla="*/ 2147483647 h 481"/>
                <a:gd name="T52" fmla="*/ 2147483647 w 727"/>
                <a:gd name="T53" fmla="*/ 2147483647 h 481"/>
                <a:gd name="T54" fmla="*/ 2147483647 w 727"/>
                <a:gd name="T55" fmla="*/ 2147483647 h 481"/>
                <a:gd name="T56" fmla="*/ 2147483647 w 727"/>
                <a:gd name="T57" fmla="*/ 2147483647 h 481"/>
                <a:gd name="T58" fmla="*/ 2147483647 w 727"/>
                <a:gd name="T59" fmla="*/ 2147483647 h 481"/>
                <a:gd name="T60" fmla="*/ 2147483647 w 727"/>
                <a:gd name="T61" fmla="*/ 2147483647 h 481"/>
                <a:gd name="T62" fmla="*/ 2147483647 w 727"/>
                <a:gd name="T63" fmla="*/ 2147483647 h 481"/>
                <a:gd name="T64" fmla="*/ 2147483647 w 727"/>
                <a:gd name="T65" fmla="*/ 2147483647 h 481"/>
                <a:gd name="T66" fmla="*/ 2147483647 w 727"/>
                <a:gd name="T67" fmla="*/ 2147483647 h 481"/>
                <a:gd name="T68" fmla="*/ 2147483647 w 727"/>
                <a:gd name="T69" fmla="*/ 2147483647 h 481"/>
                <a:gd name="T70" fmla="*/ 2147483647 w 727"/>
                <a:gd name="T71" fmla="*/ 2147483647 h 481"/>
                <a:gd name="T72" fmla="*/ 2147483647 w 727"/>
                <a:gd name="T73" fmla="*/ 2147483647 h 481"/>
                <a:gd name="T74" fmla="*/ 2147483647 w 727"/>
                <a:gd name="T75" fmla="*/ 2147483647 h 481"/>
                <a:gd name="T76" fmla="*/ 2147483647 w 727"/>
                <a:gd name="T77" fmla="*/ 2147483647 h 481"/>
                <a:gd name="T78" fmla="*/ 2147483647 w 727"/>
                <a:gd name="T79" fmla="*/ 2147483647 h 481"/>
                <a:gd name="T80" fmla="*/ 2147483647 w 727"/>
                <a:gd name="T81" fmla="*/ 2147483647 h 481"/>
                <a:gd name="T82" fmla="*/ 2147483647 w 727"/>
                <a:gd name="T83" fmla="*/ 2147483647 h 481"/>
                <a:gd name="T84" fmla="*/ 2147483647 w 727"/>
                <a:gd name="T85" fmla="*/ 2147483647 h 481"/>
                <a:gd name="T86" fmla="*/ 2147483647 w 727"/>
                <a:gd name="T87" fmla="*/ 2147483647 h 481"/>
                <a:gd name="T88" fmla="*/ 2147483647 w 727"/>
                <a:gd name="T89" fmla="*/ 2147483647 h 481"/>
                <a:gd name="T90" fmla="*/ 2147483647 w 727"/>
                <a:gd name="T91" fmla="*/ 2147483647 h 481"/>
                <a:gd name="T92" fmla="*/ 2147483647 w 727"/>
                <a:gd name="T93" fmla="*/ 2147483647 h 481"/>
                <a:gd name="T94" fmla="*/ 2147483647 w 727"/>
                <a:gd name="T95" fmla="*/ 2147483647 h 481"/>
                <a:gd name="T96" fmla="*/ 2147483647 w 727"/>
                <a:gd name="T97" fmla="*/ 2147483647 h 481"/>
                <a:gd name="T98" fmla="*/ 2147483647 w 727"/>
                <a:gd name="T99" fmla="*/ 2147483647 h 481"/>
                <a:gd name="T100" fmla="*/ 2147483647 w 727"/>
                <a:gd name="T101" fmla="*/ 2147483647 h 481"/>
                <a:gd name="T102" fmla="*/ 2147483647 w 727"/>
                <a:gd name="T103" fmla="*/ 2147483647 h 481"/>
                <a:gd name="T104" fmla="*/ 0 w 727"/>
                <a:gd name="T105" fmla="*/ 2147483647 h 481"/>
                <a:gd name="T106" fmla="*/ 0 w 727"/>
                <a:gd name="T107" fmla="*/ 2147483647 h 48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727"/>
                <a:gd name="T163" fmla="*/ 0 h 481"/>
                <a:gd name="T164" fmla="*/ 727 w 727"/>
                <a:gd name="T165" fmla="*/ 481 h 481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727" h="481">
                  <a:moveTo>
                    <a:pt x="262" y="204"/>
                  </a:moveTo>
                  <a:cubicBezTo>
                    <a:pt x="175" y="146"/>
                    <a:pt x="175" y="146"/>
                    <a:pt x="175" y="146"/>
                  </a:cubicBezTo>
                  <a:cubicBezTo>
                    <a:pt x="117" y="190"/>
                    <a:pt x="117" y="190"/>
                    <a:pt x="117" y="190"/>
                  </a:cubicBezTo>
                  <a:cubicBezTo>
                    <a:pt x="117" y="190"/>
                    <a:pt x="117" y="190"/>
                    <a:pt x="117" y="190"/>
                  </a:cubicBezTo>
                  <a:cubicBezTo>
                    <a:pt x="123" y="191"/>
                    <a:pt x="129" y="191"/>
                    <a:pt x="135" y="192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1" y="194"/>
                    <a:pt x="147" y="195"/>
                    <a:pt x="153" y="196"/>
                  </a:cubicBezTo>
                  <a:cubicBezTo>
                    <a:pt x="153" y="196"/>
                    <a:pt x="153" y="196"/>
                    <a:pt x="154" y="196"/>
                  </a:cubicBezTo>
                  <a:cubicBezTo>
                    <a:pt x="159" y="197"/>
                    <a:pt x="165" y="198"/>
                    <a:pt x="170" y="199"/>
                  </a:cubicBezTo>
                  <a:cubicBezTo>
                    <a:pt x="171" y="199"/>
                    <a:pt x="171" y="199"/>
                    <a:pt x="171" y="199"/>
                  </a:cubicBezTo>
                  <a:cubicBezTo>
                    <a:pt x="177" y="201"/>
                    <a:pt x="183" y="202"/>
                    <a:pt x="188" y="203"/>
                  </a:cubicBezTo>
                  <a:cubicBezTo>
                    <a:pt x="188" y="203"/>
                    <a:pt x="188" y="203"/>
                    <a:pt x="189" y="203"/>
                  </a:cubicBezTo>
                  <a:cubicBezTo>
                    <a:pt x="246" y="217"/>
                    <a:pt x="299" y="236"/>
                    <a:pt x="346" y="259"/>
                  </a:cubicBezTo>
                  <a:cubicBezTo>
                    <a:pt x="346" y="259"/>
                    <a:pt x="346" y="259"/>
                    <a:pt x="346" y="259"/>
                  </a:cubicBezTo>
                  <a:cubicBezTo>
                    <a:pt x="351" y="261"/>
                    <a:pt x="355" y="263"/>
                    <a:pt x="360" y="265"/>
                  </a:cubicBezTo>
                  <a:cubicBezTo>
                    <a:pt x="360" y="265"/>
                    <a:pt x="360" y="265"/>
                    <a:pt x="360" y="265"/>
                  </a:cubicBezTo>
                  <a:cubicBezTo>
                    <a:pt x="365" y="268"/>
                    <a:pt x="369" y="270"/>
                    <a:pt x="374" y="272"/>
                  </a:cubicBezTo>
                  <a:cubicBezTo>
                    <a:pt x="374" y="272"/>
                    <a:pt x="374" y="272"/>
                    <a:pt x="374" y="272"/>
                  </a:cubicBezTo>
                  <a:cubicBezTo>
                    <a:pt x="387" y="227"/>
                    <a:pt x="387" y="227"/>
                    <a:pt x="387" y="227"/>
                  </a:cubicBezTo>
                  <a:cubicBezTo>
                    <a:pt x="331" y="190"/>
                    <a:pt x="331" y="190"/>
                    <a:pt x="331" y="190"/>
                  </a:cubicBezTo>
                  <a:cubicBezTo>
                    <a:pt x="329" y="189"/>
                    <a:pt x="328" y="186"/>
                    <a:pt x="328" y="184"/>
                  </a:cubicBezTo>
                  <a:cubicBezTo>
                    <a:pt x="329" y="182"/>
                    <a:pt x="331" y="181"/>
                    <a:pt x="333" y="181"/>
                  </a:cubicBezTo>
                  <a:cubicBezTo>
                    <a:pt x="400" y="178"/>
                    <a:pt x="400" y="178"/>
                    <a:pt x="400" y="178"/>
                  </a:cubicBezTo>
                  <a:cubicBezTo>
                    <a:pt x="413" y="133"/>
                    <a:pt x="413" y="133"/>
                    <a:pt x="413" y="133"/>
                  </a:cubicBezTo>
                  <a:cubicBezTo>
                    <a:pt x="403" y="126"/>
                    <a:pt x="393" y="120"/>
                    <a:pt x="382" y="114"/>
                  </a:cubicBezTo>
                  <a:cubicBezTo>
                    <a:pt x="382" y="114"/>
                    <a:pt x="382" y="114"/>
                    <a:pt x="382" y="114"/>
                  </a:cubicBezTo>
                  <a:cubicBezTo>
                    <a:pt x="377" y="111"/>
                    <a:pt x="371" y="108"/>
                    <a:pt x="366" y="105"/>
                  </a:cubicBezTo>
                  <a:cubicBezTo>
                    <a:pt x="366" y="105"/>
                    <a:pt x="365" y="104"/>
                    <a:pt x="365" y="104"/>
                  </a:cubicBezTo>
                  <a:cubicBezTo>
                    <a:pt x="360" y="101"/>
                    <a:pt x="355" y="99"/>
                    <a:pt x="350" y="96"/>
                  </a:cubicBezTo>
                  <a:cubicBezTo>
                    <a:pt x="349" y="96"/>
                    <a:pt x="348" y="95"/>
                    <a:pt x="348" y="95"/>
                  </a:cubicBezTo>
                  <a:cubicBezTo>
                    <a:pt x="343" y="92"/>
                    <a:pt x="338" y="90"/>
                    <a:pt x="333" y="87"/>
                  </a:cubicBezTo>
                  <a:cubicBezTo>
                    <a:pt x="332" y="87"/>
                    <a:pt x="331" y="86"/>
                    <a:pt x="330" y="86"/>
                  </a:cubicBezTo>
                  <a:cubicBezTo>
                    <a:pt x="325" y="83"/>
                    <a:pt x="320" y="81"/>
                    <a:pt x="316" y="79"/>
                  </a:cubicBezTo>
                  <a:cubicBezTo>
                    <a:pt x="314" y="78"/>
                    <a:pt x="313" y="78"/>
                    <a:pt x="311" y="77"/>
                  </a:cubicBezTo>
                  <a:cubicBezTo>
                    <a:pt x="307" y="75"/>
                    <a:pt x="302" y="73"/>
                    <a:pt x="298" y="71"/>
                  </a:cubicBezTo>
                  <a:cubicBezTo>
                    <a:pt x="296" y="70"/>
                    <a:pt x="295" y="69"/>
                    <a:pt x="293" y="69"/>
                  </a:cubicBezTo>
                  <a:cubicBezTo>
                    <a:pt x="289" y="67"/>
                    <a:pt x="284" y="65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71" y="197"/>
                    <a:pt x="271" y="197"/>
                    <a:pt x="271" y="197"/>
                  </a:cubicBezTo>
                  <a:cubicBezTo>
                    <a:pt x="271" y="199"/>
                    <a:pt x="271" y="202"/>
                    <a:pt x="269" y="203"/>
                  </a:cubicBezTo>
                  <a:cubicBezTo>
                    <a:pt x="266" y="205"/>
                    <a:pt x="264" y="205"/>
                    <a:pt x="262" y="204"/>
                  </a:cubicBezTo>
                  <a:close/>
                  <a:moveTo>
                    <a:pt x="28" y="182"/>
                  </a:moveTo>
                  <a:cubicBezTo>
                    <a:pt x="33" y="182"/>
                    <a:pt x="39" y="182"/>
                    <a:pt x="44" y="183"/>
                  </a:cubicBezTo>
                  <a:cubicBezTo>
                    <a:pt x="45" y="183"/>
                    <a:pt x="46" y="183"/>
                    <a:pt x="48" y="183"/>
                  </a:cubicBezTo>
                  <a:cubicBezTo>
                    <a:pt x="54" y="183"/>
                    <a:pt x="59" y="184"/>
                    <a:pt x="65" y="184"/>
                  </a:cubicBezTo>
                  <a:cubicBezTo>
                    <a:pt x="66" y="184"/>
                    <a:pt x="66" y="184"/>
                    <a:pt x="67" y="184"/>
                  </a:cubicBezTo>
                  <a:cubicBezTo>
                    <a:pt x="73" y="185"/>
                    <a:pt x="80" y="185"/>
                    <a:pt x="86" y="186"/>
                  </a:cubicBezTo>
                  <a:cubicBezTo>
                    <a:pt x="86" y="186"/>
                    <a:pt x="86" y="186"/>
                    <a:pt x="86" y="186"/>
                  </a:cubicBezTo>
                  <a:cubicBezTo>
                    <a:pt x="110" y="104"/>
                    <a:pt x="110" y="104"/>
                    <a:pt x="110" y="104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2" y="45"/>
                    <a:pt x="21" y="42"/>
                    <a:pt x="22" y="40"/>
                  </a:cubicBezTo>
                  <a:cubicBezTo>
                    <a:pt x="22" y="37"/>
                    <a:pt x="25" y="35"/>
                    <a:pt x="27" y="35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3" y="18"/>
                    <a:pt x="133" y="18"/>
                    <a:pt x="133" y="18"/>
                  </a:cubicBezTo>
                  <a:cubicBezTo>
                    <a:pt x="124" y="15"/>
                    <a:pt x="114" y="14"/>
                    <a:pt x="104" y="12"/>
                  </a:cubicBezTo>
                  <a:cubicBezTo>
                    <a:pt x="103" y="12"/>
                    <a:pt x="103" y="12"/>
                    <a:pt x="102" y="11"/>
                  </a:cubicBezTo>
                  <a:cubicBezTo>
                    <a:pt x="97" y="11"/>
                    <a:pt x="93" y="10"/>
                    <a:pt x="89" y="9"/>
                  </a:cubicBezTo>
                  <a:cubicBezTo>
                    <a:pt x="87" y="9"/>
                    <a:pt x="84" y="8"/>
                    <a:pt x="81" y="8"/>
                  </a:cubicBezTo>
                  <a:cubicBezTo>
                    <a:pt x="78" y="8"/>
                    <a:pt x="74" y="7"/>
                    <a:pt x="71" y="6"/>
                  </a:cubicBezTo>
                  <a:cubicBezTo>
                    <a:pt x="65" y="6"/>
                    <a:pt x="59" y="5"/>
                    <a:pt x="53" y="4"/>
                  </a:cubicBezTo>
                  <a:cubicBezTo>
                    <a:pt x="50" y="4"/>
                    <a:pt x="48" y="4"/>
                    <a:pt x="45" y="3"/>
                  </a:cubicBezTo>
                  <a:cubicBezTo>
                    <a:pt x="41" y="3"/>
                    <a:pt x="36" y="2"/>
                    <a:pt x="31" y="2"/>
                  </a:cubicBezTo>
                  <a:cubicBezTo>
                    <a:pt x="28" y="2"/>
                    <a:pt x="26" y="2"/>
                    <a:pt x="24" y="1"/>
                  </a:cubicBezTo>
                  <a:cubicBezTo>
                    <a:pt x="17" y="1"/>
                    <a:pt x="10" y="0"/>
                    <a:pt x="3" y="0"/>
                  </a:cubicBezTo>
                  <a:cubicBezTo>
                    <a:pt x="3" y="90"/>
                    <a:pt x="3" y="182"/>
                    <a:pt x="3" y="182"/>
                  </a:cubicBezTo>
                  <a:cubicBezTo>
                    <a:pt x="10" y="182"/>
                    <a:pt x="17" y="182"/>
                    <a:pt x="23" y="182"/>
                  </a:cubicBezTo>
                  <a:cubicBezTo>
                    <a:pt x="25" y="182"/>
                    <a:pt x="26" y="182"/>
                    <a:pt x="28" y="182"/>
                  </a:cubicBezTo>
                  <a:close/>
                  <a:moveTo>
                    <a:pt x="472" y="175"/>
                  </a:moveTo>
                  <a:cubicBezTo>
                    <a:pt x="471" y="174"/>
                    <a:pt x="471" y="174"/>
                    <a:pt x="470" y="173"/>
                  </a:cubicBezTo>
                  <a:cubicBezTo>
                    <a:pt x="462" y="167"/>
                    <a:pt x="455" y="162"/>
                    <a:pt x="446" y="156"/>
                  </a:cubicBezTo>
                  <a:cubicBezTo>
                    <a:pt x="454" y="175"/>
                    <a:pt x="454" y="175"/>
                    <a:pt x="454" y="175"/>
                  </a:cubicBezTo>
                  <a:lnTo>
                    <a:pt x="472" y="175"/>
                  </a:lnTo>
                  <a:close/>
                  <a:moveTo>
                    <a:pt x="652" y="358"/>
                  </a:moveTo>
                  <a:cubicBezTo>
                    <a:pt x="652" y="358"/>
                    <a:pt x="652" y="358"/>
                    <a:pt x="652" y="358"/>
                  </a:cubicBezTo>
                  <a:cubicBezTo>
                    <a:pt x="649" y="355"/>
                    <a:pt x="647" y="351"/>
                    <a:pt x="644" y="348"/>
                  </a:cubicBezTo>
                  <a:cubicBezTo>
                    <a:pt x="644" y="348"/>
                    <a:pt x="644" y="348"/>
                    <a:pt x="644" y="348"/>
                  </a:cubicBezTo>
                  <a:cubicBezTo>
                    <a:pt x="642" y="344"/>
                    <a:pt x="639" y="341"/>
                    <a:pt x="636" y="338"/>
                  </a:cubicBezTo>
                  <a:cubicBezTo>
                    <a:pt x="636" y="337"/>
                    <a:pt x="636" y="337"/>
                    <a:pt x="636" y="337"/>
                  </a:cubicBezTo>
                  <a:cubicBezTo>
                    <a:pt x="633" y="334"/>
                    <a:pt x="631" y="330"/>
                    <a:pt x="628" y="327"/>
                  </a:cubicBezTo>
                  <a:cubicBezTo>
                    <a:pt x="628" y="327"/>
                    <a:pt x="628" y="327"/>
                    <a:pt x="627" y="327"/>
                  </a:cubicBezTo>
                  <a:cubicBezTo>
                    <a:pt x="625" y="323"/>
                    <a:pt x="622" y="319"/>
                    <a:pt x="619" y="316"/>
                  </a:cubicBezTo>
                  <a:cubicBezTo>
                    <a:pt x="619" y="316"/>
                    <a:pt x="619" y="316"/>
                    <a:pt x="619" y="316"/>
                  </a:cubicBezTo>
                  <a:cubicBezTo>
                    <a:pt x="636" y="359"/>
                    <a:pt x="636" y="359"/>
                    <a:pt x="636" y="359"/>
                  </a:cubicBezTo>
                  <a:lnTo>
                    <a:pt x="652" y="358"/>
                  </a:lnTo>
                  <a:close/>
                  <a:moveTo>
                    <a:pt x="727" y="477"/>
                  </a:moveTo>
                  <a:cubicBezTo>
                    <a:pt x="727" y="477"/>
                    <a:pt x="727" y="477"/>
                    <a:pt x="726" y="477"/>
                  </a:cubicBezTo>
                  <a:cubicBezTo>
                    <a:pt x="726" y="477"/>
                    <a:pt x="726" y="476"/>
                    <a:pt x="726" y="476"/>
                  </a:cubicBezTo>
                  <a:cubicBezTo>
                    <a:pt x="726" y="476"/>
                    <a:pt x="726" y="476"/>
                    <a:pt x="726" y="476"/>
                  </a:cubicBezTo>
                  <a:cubicBezTo>
                    <a:pt x="726" y="475"/>
                    <a:pt x="726" y="475"/>
                    <a:pt x="726" y="475"/>
                  </a:cubicBezTo>
                  <a:cubicBezTo>
                    <a:pt x="725" y="474"/>
                    <a:pt x="725" y="474"/>
                    <a:pt x="725" y="473"/>
                  </a:cubicBezTo>
                  <a:cubicBezTo>
                    <a:pt x="725" y="473"/>
                    <a:pt x="725" y="473"/>
                    <a:pt x="725" y="473"/>
                  </a:cubicBezTo>
                  <a:cubicBezTo>
                    <a:pt x="719" y="462"/>
                    <a:pt x="704" y="434"/>
                    <a:pt x="678" y="395"/>
                  </a:cubicBezTo>
                  <a:cubicBezTo>
                    <a:pt x="678" y="395"/>
                    <a:pt x="678" y="395"/>
                    <a:pt x="678" y="395"/>
                  </a:cubicBezTo>
                  <a:cubicBezTo>
                    <a:pt x="675" y="390"/>
                    <a:pt x="671" y="385"/>
                    <a:pt x="667" y="379"/>
                  </a:cubicBezTo>
                  <a:cubicBezTo>
                    <a:pt x="667" y="379"/>
                    <a:pt x="667" y="379"/>
                    <a:pt x="667" y="379"/>
                  </a:cubicBezTo>
                  <a:cubicBezTo>
                    <a:pt x="649" y="394"/>
                    <a:pt x="649" y="394"/>
                    <a:pt x="649" y="394"/>
                  </a:cubicBezTo>
                  <a:cubicBezTo>
                    <a:pt x="665" y="440"/>
                    <a:pt x="665" y="440"/>
                    <a:pt x="665" y="440"/>
                  </a:cubicBezTo>
                  <a:cubicBezTo>
                    <a:pt x="666" y="442"/>
                    <a:pt x="665" y="443"/>
                    <a:pt x="664" y="444"/>
                  </a:cubicBezTo>
                  <a:cubicBezTo>
                    <a:pt x="663" y="446"/>
                    <a:pt x="661" y="446"/>
                    <a:pt x="659" y="445"/>
                  </a:cubicBezTo>
                  <a:cubicBezTo>
                    <a:pt x="619" y="418"/>
                    <a:pt x="619" y="418"/>
                    <a:pt x="619" y="418"/>
                  </a:cubicBezTo>
                  <a:cubicBezTo>
                    <a:pt x="595" y="435"/>
                    <a:pt x="595" y="435"/>
                    <a:pt x="595" y="435"/>
                  </a:cubicBezTo>
                  <a:cubicBezTo>
                    <a:pt x="597" y="437"/>
                    <a:pt x="599" y="438"/>
                    <a:pt x="600" y="440"/>
                  </a:cubicBezTo>
                  <a:cubicBezTo>
                    <a:pt x="600" y="440"/>
                    <a:pt x="600" y="440"/>
                    <a:pt x="600" y="440"/>
                  </a:cubicBezTo>
                  <a:cubicBezTo>
                    <a:pt x="601" y="441"/>
                    <a:pt x="603" y="443"/>
                    <a:pt x="604" y="444"/>
                  </a:cubicBezTo>
                  <a:cubicBezTo>
                    <a:pt x="604" y="444"/>
                    <a:pt x="604" y="444"/>
                    <a:pt x="604" y="444"/>
                  </a:cubicBezTo>
                  <a:cubicBezTo>
                    <a:pt x="606" y="446"/>
                    <a:pt x="607" y="447"/>
                    <a:pt x="608" y="448"/>
                  </a:cubicBezTo>
                  <a:cubicBezTo>
                    <a:pt x="608" y="448"/>
                    <a:pt x="608" y="448"/>
                    <a:pt x="608" y="448"/>
                  </a:cubicBezTo>
                  <a:cubicBezTo>
                    <a:pt x="625" y="466"/>
                    <a:pt x="633" y="477"/>
                    <a:pt x="633" y="477"/>
                  </a:cubicBezTo>
                  <a:cubicBezTo>
                    <a:pt x="727" y="477"/>
                    <a:pt x="727" y="477"/>
                    <a:pt x="727" y="477"/>
                  </a:cubicBezTo>
                  <a:cubicBezTo>
                    <a:pt x="727" y="477"/>
                    <a:pt x="727" y="477"/>
                    <a:pt x="727" y="477"/>
                  </a:cubicBezTo>
                  <a:close/>
                  <a:moveTo>
                    <a:pt x="544" y="365"/>
                  </a:moveTo>
                  <a:cubicBezTo>
                    <a:pt x="545" y="364"/>
                    <a:pt x="546" y="362"/>
                    <a:pt x="548" y="362"/>
                  </a:cubicBezTo>
                  <a:cubicBezTo>
                    <a:pt x="596" y="360"/>
                    <a:pt x="596" y="360"/>
                    <a:pt x="596" y="360"/>
                  </a:cubicBezTo>
                  <a:cubicBezTo>
                    <a:pt x="610" y="313"/>
                    <a:pt x="610" y="313"/>
                    <a:pt x="610" y="313"/>
                  </a:cubicBezTo>
                  <a:cubicBezTo>
                    <a:pt x="610" y="312"/>
                    <a:pt x="612" y="310"/>
                    <a:pt x="613" y="310"/>
                  </a:cubicBezTo>
                  <a:cubicBezTo>
                    <a:pt x="614" y="310"/>
                    <a:pt x="614" y="310"/>
                    <a:pt x="614" y="310"/>
                  </a:cubicBezTo>
                  <a:cubicBezTo>
                    <a:pt x="614" y="310"/>
                    <a:pt x="614" y="310"/>
                    <a:pt x="614" y="310"/>
                  </a:cubicBezTo>
                  <a:cubicBezTo>
                    <a:pt x="614" y="310"/>
                    <a:pt x="614" y="310"/>
                    <a:pt x="614" y="310"/>
                  </a:cubicBezTo>
                  <a:cubicBezTo>
                    <a:pt x="610" y="306"/>
                    <a:pt x="606" y="302"/>
                    <a:pt x="602" y="297"/>
                  </a:cubicBezTo>
                  <a:cubicBezTo>
                    <a:pt x="602" y="297"/>
                    <a:pt x="602" y="297"/>
                    <a:pt x="602" y="297"/>
                  </a:cubicBezTo>
                  <a:cubicBezTo>
                    <a:pt x="590" y="283"/>
                    <a:pt x="577" y="269"/>
                    <a:pt x="564" y="256"/>
                  </a:cubicBezTo>
                  <a:cubicBezTo>
                    <a:pt x="563" y="255"/>
                    <a:pt x="563" y="255"/>
                    <a:pt x="563" y="255"/>
                  </a:cubicBezTo>
                  <a:cubicBezTo>
                    <a:pt x="549" y="241"/>
                    <a:pt x="535" y="227"/>
                    <a:pt x="519" y="213"/>
                  </a:cubicBezTo>
                  <a:cubicBezTo>
                    <a:pt x="519" y="213"/>
                    <a:pt x="518" y="213"/>
                    <a:pt x="518" y="213"/>
                  </a:cubicBezTo>
                  <a:cubicBezTo>
                    <a:pt x="513" y="208"/>
                    <a:pt x="508" y="204"/>
                    <a:pt x="502" y="199"/>
                  </a:cubicBezTo>
                  <a:cubicBezTo>
                    <a:pt x="472" y="223"/>
                    <a:pt x="472" y="223"/>
                    <a:pt x="472" y="223"/>
                  </a:cubicBezTo>
                  <a:cubicBezTo>
                    <a:pt x="495" y="288"/>
                    <a:pt x="495" y="288"/>
                    <a:pt x="495" y="288"/>
                  </a:cubicBezTo>
                  <a:cubicBezTo>
                    <a:pt x="495" y="290"/>
                    <a:pt x="495" y="292"/>
                    <a:pt x="493" y="293"/>
                  </a:cubicBezTo>
                  <a:cubicBezTo>
                    <a:pt x="491" y="295"/>
                    <a:pt x="489" y="295"/>
                    <a:pt x="487" y="294"/>
                  </a:cubicBezTo>
                  <a:cubicBezTo>
                    <a:pt x="431" y="256"/>
                    <a:pt x="431" y="256"/>
                    <a:pt x="431" y="256"/>
                  </a:cubicBezTo>
                  <a:cubicBezTo>
                    <a:pt x="394" y="283"/>
                    <a:pt x="394" y="283"/>
                    <a:pt x="394" y="283"/>
                  </a:cubicBezTo>
                  <a:cubicBezTo>
                    <a:pt x="394" y="283"/>
                    <a:pt x="394" y="283"/>
                    <a:pt x="394" y="283"/>
                  </a:cubicBezTo>
                  <a:cubicBezTo>
                    <a:pt x="394" y="283"/>
                    <a:pt x="394" y="283"/>
                    <a:pt x="394" y="283"/>
                  </a:cubicBezTo>
                  <a:cubicBezTo>
                    <a:pt x="399" y="286"/>
                    <a:pt x="404" y="289"/>
                    <a:pt x="409" y="291"/>
                  </a:cubicBezTo>
                  <a:cubicBezTo>
                    <a:pt x="409" y="292"/>
                    <a:pt x="410" y="292"/>
                    <a:pt x="410" y="292"/>
                  </a:cubicBezTo>
                  <a:cubicBezTo>
                    <a:pt x="425" y="301"/>
                    <a:pt x="439" y="309"/>
                    <a:pt x="452" y="318"/>
                  </a:cubicBezTo>
                  <a:cubicBezTo>
                    <a:pt x="452" y="318"/>
                    <a:pt x="453" y="318"/>
                    <a:pt x="453" y="319"/>
                  </a:cubicBezTo>
                  <a:cubicBezTo>
                    <a:pt x="457" y="321"/>
                    <a:pt x="461" y="324"/>
                    <a:pt x="466" y="327"/>
                  </a:cubicBezTo>
                  <a:cubicBezTo>
                    <a:pt x="466" y="327"/>
                    <a:pt x="466" y="327"/>
                    <a:pt x="466" y="327"/>
                  </a:cubicBezTo>
                  <a:cubicBezTo>
                    <a:pt x="475" y="333"/>
                    <a:pt x="483" y="339"/>
                    <a:pt x="491" y="345"/>
                  </a:cubicBezTo>
                  <a:cubicBezTo>
                    <a:pt x="491" y="345"/>
                    <a:pt x="491" y="345"/>
                    <a:pt x="491" y="345"/>
                  </a:cubicBezTo>
                  <a:cubicBezTo>
                    <a:pt x="495" y="348"/>
                    <a:pt x="499" y="351"/>
                    <a:pt x="502" y="353"/>
                  </a:cubicBezTo>
                  <a:cubicBezTo>
                    <a:pt x="503" y="354"/>
                    <a:pt x="503" y="354"/>
                    <a:pt x="504" y="354"/>
                  </a:cubicBezTo>
                  <a:cubicBezTo>
                    <a:pt x="515" y="363"/>
                    <a:pt x="525" y="371"/>
                    <a:pt x="535" y="379"/>
                  </a:cubicBezTo>
                  <a:cubicBezTo>
                    <a:pt x="536" y="380"/>
                    <a:pt x="536" y="380"/>
                    <a:pt x="537" y="381"/>
                  </a:cubicBezTo>
                  <a:cubicBezTo>
                    <a:pt x="539" y="383"/>
                    <a:pt x="542" y="385"/>
                    <a:pt x="545" y="388"/>
                  </a:cubicBezTo>
                  <a:cubicBezTo>
                    <a:pt x="545" y="388"/>
                    <a:pt x="546" y="388"/>
                    <a:pt x="546" y="389"/>
                  </a:cubicBezTo>
                  <a:cubicBezTo>
                    <a:pt x="552" y="394"/>
                    <a:pt x="558" y="399"/>
                    <a:pt x="563" y="404"/>
                  </a:cubicBezTo>
                  <a:cubicBezTo>
                    <a:pt x="564" y="404"/>
                    <a:pt x="564" y="405"/>
                    <a:pt x="565" y="405"/>
                  </a:cubicBezTo>
                  <a:cubicBezTo>
                    <a:pt x="567" y="407"/>
                    <a:pt x="569" y="409"/>
                    <a:pt x="571" y="411"/>
                  </a:cubicBezTo>
                  <a:cubicBezTo>
                    <a:pt x="572" y="412"/>
                    <a:pt x="572" y="412"/>
                    <a:pt x="573" y="413"/>
                  </a:cubicBezTo>
                  <a:cubicBezTo>
                    <a:pt x="575" y="415"/>
                    <a:pt x="577" y="417"/>
                    <a:pt x="580" y="419"/>
                  </a:cubicBezTo>
                  <a:cubicBezTo>
                    <a:pt x="580" y="419"/>
                    <a:pt x="580" y="419"/>
                    <a:pt x="580" y="420"/>
                  </a:cubicBezTo>
                  <a:cubicBezTo>
                    <a:pt x="586" y="397"/>
                    <a:pt x="586" y="397"/>
                    <a:pt x="586" y="397"/>
                  </a:cubicBezTo>
                  <a:cubicBezTo>
                    <a:pt x="546" y="370"/>
                    <a:pt x="546" y="370"/>
                    <a:pt x="546" y="370"/>
                  </a:cubicBezTo>
                  <a:cubicBezTo>
                    <a:pt x="545" y="369"/>
                    <a:pt x="544" y="367"/>
                    <a:pt x="544" y="365"/>
                  </a:cubicBezTo>
                  <a:close/>
                  <a:moveTo>
                    <a:pt x="0" y="221"/>
                  </a:moveTo>
                  <a:cubicBezTo>
                    <a:pt x="0" y="274"/>
                    <a:pt x="0" y="328"/>
                    <a:pt x="0" y="328"/>
                  </a:cubicBezTo>
                  <a:cubicBezTo>
                    <a:pt x="259" y="328"/>
                    <a:pt x="429" y="435"/>
                    <a:pt x="490" y="481"/>
                  </a:cubicBezTo>
                  <a:cubicBezTo>
                    <a:pt x="575" y="481"/>
                    <a:pt x="575" y="481"/>
                    <a:pt x="575" y="481"/>
                  </a:cubicBezTo>
                  <a:cubicBezTo>
                    <a:pt x="526" y="419"/>
                    <a:pt x="350" y="237"/>
                    <a:pt x="0" y="221"/>
                  </a:cubicBezTo>
                  <a:close/>
                </a:path>
              </a:pathLst>
            </a:custGeom>
            <a:solidFill>
              <a:srgbClr val="558ED5">
                <a:alpha val="2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3" name="Freeform 29"/>
            <p:cNvSpPr/>
            <p:nvPr userDrawn="1"/>
          </p:nvSpPr>
          <p:spPr bwMode="auto">
            <a:xfrm>
              <a:off x="1801813" y="1211262"/>
              <a:ext cx="357188" cy="339725"/>
            </a:xfrm>
            <a:custGeom>
              <a:avLst/>
              <a:gdLst>
                <a:gd name="T0" fmla="*/ 2147483647 w 111"/>
                <a:gd name="T1" fmla="*/ 2147483647 h 106"/>
                <a:gd name="T2" fmla="*/ 2147483647 w 111"/>
                <a:gd name="T3" fmla="*/ 2147483647 h 106"/>
                <a:gd name="T4" fmla="*/ 2147483647 w 111"/>
                <a:gd name="T5" fmla="*/ 2147483647 h 106"/>
                <a:gd name="T6" fmla="*/ 2147483647 w 111"/>
                <a:gd name="T7" fmla="*/ 2147483647 h 106"/>
                <a:gd name="T8" fmla="*/ 2147483647 w 111"/>
                <a:gd name="T9" fmla="*/ 0 h 106"/>
                <a:gd name="T10" fmla="*/ 2147483647 w 111"/>
                <a:gd name="T11" fmla="*/ 2147483647 h 106"/>
                <a:gd name="T12" fmla="*/ 2147483647 w 111"/>
                <a:gd name="T13" fmla="*/ 2147483647 h 106"/>
                <a:gd name="T14" fmla="*/ 0 w 111"/>
                <a:gd name="T15" fmla="*/ 2147483647 h 106"/>
                <a:gd name="T16" fmla="*/ 2147483647 w 111"/>
                <a:gd name="T17" fmla="*/ 2147483647 h 106"/>
                <a:gd name="T18" fmla="*/ 2147483647 w 111"/>
                <a:gd name="T19" fmla="*/ 2147483647 h 106"/>
                <a:gd name="T20" fmla="*/ 2147483647 w 111"/>
                <a:gd name="T21" fmla="*/ 2147483647 h 106"/>
                <a:gd name="T22" fmla="*/ 2147483647 w 111"/>
                <a:gd name="T23" fmla="*/ 2147483647 h 106"/>
                <a:gd name="T24" fmla="*/ 2147483647 w 111"/>
                <a:gd name="T25" fmla="*/ 2147483647 h 106"/>
                <a:gd name="T26" fmla="*/ 2147483647 w 111"/>
                <a:gd name="T27" fmla="*/ 2147483647 h 106"/>
                <a:gd name="T28" fmla="*/ 2147483647 w 111"/>
                <a:gd name="T29" fmla="*/ 2147483647 h 106"/>
                <a:gd name="T30" fmla="*/ 2147483647 w 111"/>
                <a:gd name="T31" fmla="*/ 2147483647 h 106"/>
                <a:gd name="T32" fmla="*/ 2147483647 w 111"/>
                <a:gd name="T33" fmla="*/ 2147483647 h 106"/>
                <a:gd name="T34" fmla="*/ 2147483647 w 111"/>
                <a:gd name="T35" fmla="*/ 2147483647 h 10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1"/>
                <a:gd name="T55" fmla="*/ 0 h 106"/>
                <a:gd name="T56" fmla="*/ 111 w 111"/>
                <a:gd name="T57" fmla="*/ 106 h 10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1" h="106">
                  <a:moveTo>
                    <a:pt x="81" y="62"/>
                  </a:moveTo>
                  <a:cubicBezTo>
                    <a:pt x="111" y="38"/>
                    <a:pt x="111" y="38"/>
                    <a:pt x="111" y="38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1" y="40"/>
                    <a:pt x="69" y="39"/>
                    <a:pt x="69" y="37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40"/>
                    <a:pt x="40" y="41"/>
                    <a:pt x="38" y="4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4" y="66"/>
                    <a:pt x="34" y="67"/>
                    <a:pt x="34" y="69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55" y="82"/>
                    <a:pt x="55" y="82"/>
                    <a:pt x="55" y="82"/>
                  </a:cubicBezTo>
                  <a:cubicBezTo>
                    <a:pt x="57" y="81"/>
                    <a:pt x="59" y="81"/>
                    <a:pt x="60" y="82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5"/>
                    <a:pt x="80" y="63"/>
                    <a:pt x="81" y="62"/>
                  </a:cubicBezTo>
                  <a:close/>
                </a:path>
              </a:pathLst>
            </a:custGeom>
            <a:gradFill rotWithShape="1">
              <a:gsLst>
                <a:gs pos="0">
                  <a:srgbClr val="C2C2C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7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17775A84-9302-421A-8FCE-CE5010801EF0}" type="datetimeFigureOut">
              <a:rPr lang="zh-CN" altLang="en-US"/>
              <a:t>2026/9/28</a:t>
            </a:fld>
            <a:endParaRPr lang="zh-CN" altLang="en-US" dirty="0"/>
          </a:p>
        </p:txBody>
      </p:sp>
      <p:sp>
        <p:nvSpPr>
          <p:cNvPr id="1127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35DA25FD-EB55-43F4-A350-57FAAF30907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57175" lvl="0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单击此处编辑母版文本样式</a:t>
            </a:r>
          </a:p>
          <a:p>
            <a:pPr marL="557530" lvl="1" indent="-2146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zh-CN" altLang="en-US" dirty="0"/>
              <a:t>第二级</a:t>
            </a:r>
          </a:p>
          <a:p>
            <a:pPr marL="857250" lvl="2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第三级</a:t>
            </a:r>
          </a:p>
          <a:p>
            <a:pPr marL="1200150" lvl="3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53735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第四级</a:t>
            </a:r>
          </a:p>
          <a:p>
            <a:pPr marL="1543050" lvl="4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7375E"/>
              </a:buClr>
              <a:buFont typeface="Arial" panose="020B0604020202020204" pitchFamily="34" charset="0"/>
              <a:buChar char="»"/>
            </a:pPr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EF67C-A21C-428E-A229-A7D4B4F0C454}" type="datetime1">
              <a:rPr lang="zh-CN" altLang="en-US" smtClean="0"/>
              <a:t>2026/9/28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Line 5"/>
          <p:cNvSpPr>
            <a:spLocks noChangeShapeType="1"/>
          </p:cNvSpPr>
          <p:nvPr userDrawn="1"/>
        </p:nvSpPr>
        <p:spPr bwMode="auto">
          <a:xfrm flipV="1">
            <a:off x="809625" y="509588"/>
            <a:ext cx="8334375" cy="6350"/>
          </a:xfrm>
          <a:prstGeom prst="line">
            <a:avLst/>
          </a:prstGeom>
          <a:ln w="28575">
            <a:solidFill>
              <a:srgbClr val="01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11" name="Line 4"/>
          <p:cNvSpPr>
            <a:spLocks noChangeShapeType="1"/>
          </p:cNvSpPr>
          <p:nvPr userDrawn="1"/>
        </p:nvSpPr>
        <p:spPr bwMode="auto">
          <a:xfrm>
            <a:off x="108347" y="3357563"/>
            <a:ext cx="0" cy="3478212"/>
          </a:xfrm>
          <a:prstGeom prst="line">
            <a:avLst/>
          </a:prstGeom>
          <a:ln w="28575">
            <a:solidFill>
              <a:srgbClr val="01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lvl="0"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kern="0" noProof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sp>
        <p:nvSpPr>
          <p:cNvPr id="12" name="Line 5"/>
          <p:cNvSpPr>
            <a:spLocks noChangeShapeType="1"/>
          </p:cNvSpPr>
          <p:nvPr userDrawn="1"/>
        </p:nvSpPr>
        <p:spPr bwMode="auto">
          <a:xfrm>
            <a:off x="34528" y="6754813"/>
            <a:ext cx="4327922" cy="0"/>
          </a:xfrm>
          <a:prstGeom prst="line">
            <a:avLst/>
          </a:prstGeom>
          <a:ln w="28575">
            <a:solidFill>
              <a:srgbClr val="01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lvl="0"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kern="0" noProof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87" r:id="rId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zh-CN" altLang="en-US" sz="2400" kern="1200" dirty="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60000"/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楷体_GB2312" panose="0201060903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SzPct val="80000"/>
        <a:buFont typeface="Arial" panose="020B0604020202020204" pitchFamily="34" charset="0"/>
        <a:buChar char="•"/>
        <a:defRPr lang="zh-CN" altLang="en-US" sz="15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altLang="en-US" sz="15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1340"/>
          </a:xfrm>
          <a:prstGeom prst="rect">
            <a:avLst/>
          </a:prstGeom>
          <a:solidFill>
            <a:srgbClr val="5799C7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2371D-C8A9-4C41-ADB5-AD2A9061C371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3E4B3-BCA4-4625-99E3-B6B174465A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44707"/>
            <a:ext cx="7886700" cy="4832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57175" lvl="0" indent="-257175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单击此处编辑母版文本样式</a:t>
            </a:r>
          </a:p>
          <a:p>
            <a:pPr marL="557530" lvl="1" indent="-21463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zh-CN" altLang="en-US" dirty="0"/>
              <a:t>第二级</a:t>
            </a:r>
          </a:p>
          <a:p>
            <a:pPr marL="857250" lvl="2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dirty="0"/>
              <a:t>第三级</a:t>
            </a:r>
          </a:p>
          <a:p>
            <a:pPr marL="1200150" lvl="3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53735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dirty="0"/>
              <a:t>第四级</a:t>
            </a:r>
          </a:p>
          <a:p>
            <a:pPr marL="1543050" lvl="4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7375E"/>
              </a:buClr>
              <a:buFont typeface="Arial" panose="020B0604020202020204" pitchFamily="34" charset="0"/>
              <a:buChar char="»"/>
            </a:pPr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20546"/>
            <a:ext cx="9144000" cy="18000"/>
          </a:xfrm>
          <a:prstGeom prst="rect">
            <a:avLst/>
          </a:prstGeom>
          <a:solidFill>
            <a:srgbClr val="1341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zh-CN" altLang="en-US" sz="2400" kern="1200" dirty="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楷体_GB2312" panose="0201060903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5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5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1340"/>
          </a:xfrm>
          <a:prstGeom prst="rect">
            <a:avLst/>
          </a:prstGeom>
          <a:solidFill>
            <a:srgbClr val="5799C7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2371D-C8A9-4C41-ADB5-AD2A9061C371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3E4B3-BCA4-4625-99E3-B6B174465A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44707"/>
            <a:ext cx="7886700" cy="4832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57175" lvl="0" indent="-257175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单击此处编辑母版文本样式</a:t>
            </a:r>
          </a:p>
          <a:p>
            <a:pPr marL="557530" lvl="1" indent="-21463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zh-CN" altLang="en-US" dirty="0"/>
              <a:t>第二级</a:t>
            </a:r>
          </a:p>
          <a:p>
            <a:pPr marL="857250" lvl="2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dirty="0"/>
              <a:t>第三级</a:t>
            </a:r>
          </a:p>
          <a:p>
            <a:pPr marL="1200150" lvl="3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53735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dirty="0"/>
              <a:t>第四级</a:t>
            </a:r>
          </a:p>
          <a:p>
            <a:pPr marL="1543050" lvl="4" indent="-171450" algn="l" defTabSz="6858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7375E"/>
              </a:buClr>
              <a:buFont typeface="Arial" panose="020B0604020202020204" pitchFamily="34" charset="0"/>
              <a:buChar char="»"/>
            </a:pPr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20546"/>
            <a:ext cx="9144000" cy="18000"/>
          </a:xfrm>
          <a:prstGeom prst="rect">
            <a:avLst/>
          </a:prstGeom>
          <a:solidFill>
            <a:srgbClr val="1341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zh-CN" altLang="en-US" sz="2400" kern="1200" dirty="0" smtClean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楷体_GB2312" panose="0201060903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5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zh-CN" altLang="en-US" sz="15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F22F-089D-48B9-A590-BFD96B2EADC5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8600" y="63500"/>
            <a:ext cx="838200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FFFF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采集设备实物与标注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28650"/>
            <a:ext cx="8382000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现有清网机器人实物标注：已具备前视相机与补光；虚线为本项目</a:t>
            </a:r>
            <a:r>
              <a:rPr sz="1350" b="1" i="0">
                <a:solidFill>
                  <a:srgbClr val="FF8C00"/>
                </a:solidFill>
                <a:latin typeface="微软雅黑"/>
                <a:ea typeface="微软雅黑"/>
              </a:rPr>
              <a:t>拟加装</a:t>
            </a: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的采集部件。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700" y="933450"/>
            <a:ext cx="5257800" cy="2972319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pic>
        <p:nvPicPr>
          <p:cNvPr id="9" name="Picture 8" descr="rov_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52500"/>
            <a:ext cx="5219700" cy="293421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89679" y="1890748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1845227" y="1826562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802901" y="1989319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333500" y="3025465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1831473" y="2865000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4731306" y="2314834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1785626" y="1065499"/>
            <a:ext cx="209550" cy="209550"/>
          </a:xfrm>
          <a:prstGeom prst="ellipse">
            <a:avLst/>
          </a:prstGeom>
          <a:solidFill>
            <a:srgbClr val="E03C31"/>
          </a:solidFill>
          <a:ln w="1428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2129480" y="2039751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8C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3436124" y="1604203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8C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3161041" y="2589917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8C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750" y="4000500"/>
            <a:ext cx="5219700" cy="161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950" y="4038600"/>
            <a:ext cx="2476500" cy="1581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0070C0"/>
                </a:solidFill>
                <a:latin typeface="微软雅黑"/>
                <a:ea typeface="微软雅黑"/>
              </a:rPr>
              <a:t>现有部件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E03C31"/>
                </a:solidFill>
                <a:latin typeface="微软雅黑"/>
                <a:ea typeface="微软雅黑"/>
              </a:rPr>
              <a:t>①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球罩前视相机（推测 1080p 级，型号待确认）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E03C31"/>
                </a:solidFill>
                <a:latin typeface="微软雅黑"/>
                <a:ea typeface="微软雅黑"/>
              </a:rPr>
              <a:t>②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LED 补光灯 × 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E03C31"/>
                </a:solidFill>
                <a:latin typeface="微软雅黑"/>
                <a:ea typeface="微软雅黑"/>
              </a:rPr>
              <a:t>③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浮力块（近零浮力）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E03C31"/>
                </a:solidFill>
                <a:latin typeface="微软雅黑"/>
                <a:ea typeface="微软雅黑"/>
              </a:rPr>
              <a:t>④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推进器（推测）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E03C31"/>
                </a:solidFill>
                <a:latin typeface="微软雅黑"/>
                <a:ea typeface="微软雅黑"/>
              </a:rPr>
              <a:t>⑤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前部防护网格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E03C31"/>
                </a:solidFill>
                <a:latin typeface="微软雅黑"/>
                <a:ea typeface="微软雅黑"/>
              </a:rPr>
              <a:t>⑥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顶部圆口：清洗盘工位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4650" y="4038600"/>
            <a:ext cx="2552700" cy="1581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拟加装（虚线）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Ⓐ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侧 / 下视相机 × 2：侧隙、底隙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Ⓑ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单波束测距声呐 × 2：离网距 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FF8C00"/>
                </a:solidFill>
                <a:latin typeface="微软雅黑"/>
                <a:ea typeface="微软雅黑"/>
              </a:rPr>
              <a:t>Ⓒ</a:t>
            </a: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深度计 + IMU：水深、姿态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另：浮标全景相机 + RTK；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地面站录制主机 + 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76900" y="952500"/>
            <a:ext cx="31242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pic>
        <p:nvPicPr>
          <p:cNvPr id="24" name="Picture 23" descr="rov_water.jpg"/>
          <p:cNvPicPr>
            <a:picLocks noChangeAspect="1"/>
          </p:cNvPicPr>
          <p:nvPr/>
        </p:nvPicPr>
        <p:blipFill>
          <a:blip r:embed="rId3"/>
          <a:srcRect t="39243" b="39243"/>
          <a:stretch>
            <a:fillRect/>
          </a:stretch>
        </p:blipFill>
        <p:spPr>
          <a:xfrm>
            <a:off x="5695950" y="971550"/>
            <a:ext cx="3086100" cy="1181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0" y="2171700"/>
            <a:ext cx="304800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 i="0">
                <a:solidFill>
                  <a:srgbClr val="555555"/>
                </a:solidFill>
                <a:latin typeface="微软雅黑"/>
                <a:ea typeface="微软雅黑"/>
              </a:rPr>
              <a:t>现场下水：脐带缆 + 水管 + 安全绳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76900" y="2533650"/>
            <a:ext cx="31242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pic>
        <p:nvPicPr>
          <p:cNvPr id="27" name="Picture 26" descr="n4a_front.png"/>
          <p:cNvPicPr>
            <a:picLocks noChangeAspect="1"/>
          </p:cNvPicPr>
          <p:nvPr/>
        </p:nvPicPr>
        <p:blipFill>
          <a:blip r:embed="rId4"/>
          <a:srcRect t="15412" b="15412"/>
          <a:stretch>
            <a:fillRect/>
          </a:stretch>
        </p:blipFill>
        <p:spPr>
          <a:xfrm>
            <a:off x="5695950" y="2552700"/>
            <a:ext cx="3086100" cy="11811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0" y="3752850"/>
            <a:ext cx="304800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 i="0">
                <a:solidFill>
                  <a:srgbClr val="555555"/>
                </a:solidFill>
                <a:latin typeface="微软雅黑"/>
                <a:ea typeface="微软雅黑"/>
              </a:rPr>
              <a:t>对标 N4A：4 台 170° 800 万像素相机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76900" y="4114800"/>
            <a:ext cx="312420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pic>
        <p:nvPicPr>
          <p:cNvPr id="30" name="Picture 29" descr="n4a_footage.png"/>
          <p:cNvPicPr>
            <a:picLocks noChangeAspect="1"/>
          </p:cNvPicPr>
          <p:nvPr/>
        </p:nvPicPr>
        <p:blipFill>
          <a:blip r:embed="rId5"/>
          <a:srcRect t="20411" b="20411"/>
          <a:stretch>
            <a:fillRect/>
          </a:stretch>
        </p:blipFill>
        <p:spPr>
          <a:xfrm>
            <a:off x="5695950" y="4133850"/>
            <a:ext cx="3086100" cy="11811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15000" y="5334000"/>
            <a:ext cx="304800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 i="0">
                <a:solidFill>
                  <a:srgbClr val="555555"/>
                </a:solidFill>
                <a:latin typeface="微软雅黑"/>
                <a:ea typeface="微软雅黑"/>
              </a:rPr>
              <a:t>水下相机采集画面示例（N4A 资料）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750" y="5657850"/>
            <a:ext cx="8515350" cy="190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0" i="0">
                <a:solidFill>
                  <a:srgbClr val="555555"/>
                </a:solidFill>
                <a:latin typeface="微软雅黑"/>
                <a:ea typeface="微软雅黑"/>
              </a:rPr>
              <a:t>图源：机器人照片为现场拍摄；N4A 图片来自森科特产品资料（仅作对标）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5867400"/>
            <a:ext cx="8001000" cy="36195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现有平台已有前视相机与补光，加装侧视相机、测距声呐、深度计 + IMU 即可满足采集需求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F22F-089D-48B9-A590-BFD96B2EADC5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8600" y="63500"/>
            <a:ext cx="838200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FFFF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采集系统硬件配置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28650"/>
            <a:ext cx="8382000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对标竞品森科特 N4A 配置；现有机型为</a:t>
            </a:r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1 台球罩前视相机 + 2 盏 LED</a:t>
            </a: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（照片判读，型号待确认）。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42900" y="952500"/>
          <a:ext cx="8458200" cy="282892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76300"/>
                <a:gridCol w="1619250"/>
                <a:gridCol w="457200"/>
                <a:gridCol w="3505200"/>
                <a:gridCol w="2000250"/>
              </a:tblGrid>
              <a:tr h="25717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</a:t>
                      </a:r>
                    </a:p>
                  </a:txBody>
                  <a:tcPr marL="47625" marR="47625" marT="28575" marB="28575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设备</a:t>
                      </a:r>
                    </a:p>
                  </a:txBody>
                  <a:tcPr marL="47625" marR="47625" marT="28575" marB="28575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</a:p>
                  </a:txBody>
                  <a:tcPr marL="47625" marR="47625" marT="28575" marB="28575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建议规格（对标选型）</a:t>
                      </a:r>
                    </a:p>
                  </a:txBody>
                  <a:tcPr marL="47625" marR="47625" marT="28575" marB="28575" anchor="ctr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L="47625" marR="47625" marT="28575" marB="28575" anchor="ctr">
                    <a:solidFill>
                      <a:srgbClr val="0070C0"/>
                    </a:solidFill>
                  </a:tcPr>
                </a:tc>
              </a:tr>
              <a:tr h="257175">
                <a:tc rowSpan="6"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水下 ROV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前视主相机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800 万像素（4K）；广角 ≥ 120°；低照度传感器；球罩防水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近距识网：破洞、附着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vMerge="1">
                  <a:txBody>
                    <a:bodyPr wrap="square"/>
                    <a:lstStyle/>
                    <a:p/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侧 / 下视相机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1080p；广角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侧隙、底隙观测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vMerge="1">
                  <a:txBody>
                    <a:bodyPr wrap="square"/>
                    <a:lstStyle/>
                    <a:p/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LED 补光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 × 25 W，可调光；与相机错位布置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抑制悬浮颗粒反光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vMerge="1">
                  <a:txBody>
                    <a:bodyPr wrap="square"/>
                    <a:lstStyle/>
                    <a:p/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测距声呐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单波束测距（Ping2 级）；可选机械扫描声呐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离网距 d、认桩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vMerge="1">
                  <a:txBody>
                    <a:bodyPr wrap="square"/>
                    <a:lstStyle/>
                    <a:p/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深度计 + IMU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 套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300 m 级压力传感器；9 轴 IMU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水深 z、姿态 ψ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vMerge="1">
                  <a:txBody>
                    <a:bodyPr wrap="square"/>
                    <a:lstStyle/>
                    <a:p/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本地缓存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256 GB 存储卡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断缆时兜底录像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水面浮标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全景相机 + RTK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 套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5.7K 全景；双天线 RTK 定向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跨号、浮筒变形、出缆点坐标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脐带缆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数据链路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电力载波以太网（约 80 Mbps）或光纤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视频与传感器回传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rowSpan="2"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地面站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录制 / 推理主机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工控机 + RTX 4060 级 GPU；2 TB NVMe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实时录制、在线识别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  <a:tr h="257175">
                <a:tc vMerge="1">
                  <a:txBody>
                    <a:bodyPr wrap="square"/>
                    <a:lstStyle/>
                    <a:p/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存储阵列 NAS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 × 8 TB，RAID1 镜像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长期归档、训练数据池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42900" y="4191000"/>
            <a:ext cx="495300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425" y="4200525"/>
            <a:ext cx="4933950" cy="26622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00" b="1" i="0">
                <a:solidFill>
                  <a:srgbClr val="3A1D00"/>
                </a:solidFill>
                <a:latin typeface="微软雅黑"/>
                <a:ea typeface="微软雅黑"/>
              </a:rPr>
              <a:t>存储规模估算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" y="4504849"/>
            <a:ext cx="4838700" cy="1086326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主相机 4K（H.265）≈ 9 GB/h；侧视 2 × 1080p ≈ 3.6 GB/h；全景低码率 ≈ 3 GB/h</a:t>
            </a:r>
          </a:p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合计 ≈ 15 GB/h → 单日 6 h ≈ 90 GB；每周 2 天，季度 ≈ 2.3 TB；8 TB 约存 10 个月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9250" y="4191000"/>
            <a:ext cx="33718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0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38775" y="4200525"/>
            <a:ext cx="3352800" cy="266224"/>
          </a:xfrm>
          <a:prstGeom prst="rect">
            <a:avLst/>
          </a:prstGeom>
          <a:solidFill>
            <a:srgbClr val="A9D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00" b="1" i="0">
                <a:solidFill>
                  <a:srgbClr val="1B3310"/>
                </a:solidFill>
                <a:latin typeface="微软雅黑"/>
                <a:ea typeface="微软雅黑"/>
              </a:rPr>
              <a:t>链路带宽校核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504849"/>
            <a:ext cx="3257550" cy="1086326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视频合计 ≈ 20 + 2 × 4 = 28 Mbps</a:t>
            </a:r>
          </a:p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传感器 &lt; 1 Mbps；链路 80 Mbps</a:t>
            </a:r>
          </a:p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占用约 35%，余量充足 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5772150"/>
            <a:ext cx="7620000" cy="36195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数值为按常用码率估算的选型建议；现有设备型号待与厂家确认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F22F-089D-48B9-A590-BFD96B2EADC5}" type="datetime1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3E4B3-BCA4-4625-99E3-B6B174465A66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8600" y="63500"/>
            <a:ext cx="838200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FFFF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采集回路：从采集到训练的数据闭环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28650"/>
            <a:ext cx="8382000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每次巡检既是作业也是</a:t>
            </a:r>
            <a:r>
              <a:rPr sz="1350" b="1" i="0">
                <a:solidFill>
                  <a:srgbClr val="0070C0"/>
                </a:solidFill>
                <a:latin typeface="微软雅黑"/>
                <a:ea typeface="微软雅黑"/>
              </a:rPr>
              <a:t>数据采集</a:t>
            </a: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：同步入库 → 标注训练 → 部署识别 → </a:t>
            </a:r>
            <a:r>
              <a:rPr sz="1350" b="1" i="0">
                <a:solidFill>
                  <a:srgbClr val="FF8C00"/>
                </a:solidFill>
                <a:latin typeface="微软雅黑"/>
                <a:ea typeface="微软雅黑"/>
              </a:rPr>
              <a:t>难例回流</a:t>
            </a:r>
            <a:r>
              <a:rPr sz="1350" b="0" i="0">
                <a:solidFill>
                  <a:srgbClr val="1A1A1A"/>
                </a:solidFill>
                <a:latin typeface="微软雅黑"/>
                <a:ea typeface="微软雅黑"/>
              </a:rPr>
              <a:t>，模型越用越准。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11239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① 采集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3 路相机 + 声呐 + 位姿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≈ 15 GB/h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239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② 传输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脐带缆以太网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≈ 28 Mbps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6300" y="11239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③ 录制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视频 + 统一时间戳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同步位姿 (s, z, d, ψ)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1239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④ 抽帧筛选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1 帧/s ≈ 2.2 万帧/天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质量打分保留 10–20%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432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⑤ 标注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8 类，X-AnyLabeling + SAM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首批约 3000 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6300" y="31432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⑥ 训练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实验室 GPU 工作站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图像增强 + YOLOv8-seg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1432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⑦ 部署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地面站 GPU 在线推理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（机载轻量版可选）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3143250"/>
            <a:ext cx="1943100" cy="95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1A1A1A"/>
                </a:solidFill>
                <a:latin typeface="微软雅黑"/>
                <a:ea typeface="微软雅黑"/>
              </a:rPr>
              <a:t>⑧ 回写与回流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结果写入 2.5D 网图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难例 → 回到 ⑤ 再标注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5050" y="1600200"/>
            <a:ext cx="190500" cy="0"/>
          </a:xfrm>
          <a:prstGeom prst="line">
            <a:avLst/>
          </a:prstGeom>
          <a:ln w="23812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648450" y="3619500"/>
            <a:ext cx="190500" cy="0"/>
          </a:xfrm>
          <a:prstGeom prst="line">
            <a:avLst/>
          </a:prstGeom>
          <a:ln w="23812">
            <a:solidFill>
              <a:srgbClr val="FF8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76750" y="1600200"/>
            <a:ext cx="190500" cy="0"/>
          </a:xfrm>
          <a:prstGeom prst="line">
            <a:avLst/>
          </a:prstGeom>
          <a:ln w="23812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476750" y="3619500"/>
            <a:ext cx="190500" cy="0"/>
          </a:xfrm>
          <a:prstGeom prst="line">
            <a:avLst/>
          </a:prstGeom>
          <a:ln w="23812">
            <a:solidFill>
              <a:srgbClr val="50A0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48450" y="1600200"/>
            <a:ext cx="190500" cy="0"/>
          </a:xfrm>
          <a:prstGeom prst="line">
            <a:avLst/>
          </a:prstGeom>
          <a:ln w="23812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305050" y="3619500"/>
            <a:ext cx="190500" cy="0"/>
          </a:xfrm>
          <a:prstGeom prst="line">
            <a:avLst/>
          </a:prstGeom>
          <a:ln w="23812">
            <a:solidFill>
              <a:srgbClr val="50A0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29550" y="2095500"/>
            <a:ext cx="0" cy="1028700"/>
          </a:xfrm>
          <a:prstGeom prst="line">
            <a:avLst/>
          </a:prstGeom>
          <a:ln w="23812">
            <a:solidFill>
              <a:srgbClr val="FF8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14450" y="2095500"/>
            <a:ext cx="0" cy="1028700"/>
          </a:xfrm>
          <a:prstGeom prst="line">
            <a:avLst/>
          </a:prstGeom>
          <a:ln w="23812">
            <a:solidFill>
              <a:srgbClr val="E03C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57500" y="2266950"/>
            <a:ext cx="3429000" cy="685800"/>
          </a:xfrm>
          <a:prstGeom prst="roundRect">
            <a:avLst/>
          </a:prstGeom>
          <a:solidFill>
            <a:srgbClr val="EAF4FB"/>
          </a:solidFill>
          <a:ln w="14287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50" b="1" i="0">
                <a:solidFill>
                  <a:srgbClr val="0070C0"/>
                </a:solidFill>
                <a:latin typeface="微软雅黑"/>
                <a:ea typeface="微软雅黑"/>
              </a:rPr>
              <a:t>中心：网系 2.5D 地图 M(s, z)</a:t>
            </a:r>
          </a:p>
          <a:p>
            <a:pPr algn="ctr"/>
            <a:r>
              <a:rPr sz="1100" b="0" i="0">
                <a:solidFill>
                  <a:srgbClr val="555555"/>
                </a:solidFill>
                <a:latin typeface="微软雅黑"/>
                <a:ea typeface="微软雅黑"/>
              </a:rPr>
              <a:t>每一帧都带位姿，识别结果落到对应网格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495550"/>
            <a:ext cx="1714500" cy="3810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E03C31"/>
                </a:solidFill>
                <a:latin typeface="微软雅黑"/>
                <a:ea typeface="微软雅黑"/>
              </a:rPr>
              <a:t>难例回流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" y="4305300"/>
            <a:ext cx="8458200" cy="1257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2425" y="4314825"/>
            <a:ext cx="8439150" cy="2662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运行保障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050" y="4619149"/>
            <a:ext cx="8343900" cy="914876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时间同步：相机、声呐、IMU、RTK 统一时钟（NTP / PTP），保证帧与位姿一一对应</a:t>
            </a:r>
          </a:p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断缆兜底：ROV 本地存储卡同步录像；数据分级：地面站 NVMe（热）→ NAS（冷）</a:t>
            </a:r>
          </a:p>
          <a:p>
            <a:pPr algn="l" marL="165100" indent="-139700">
              <a:lnSpc>
                <a:spcPct val="115000"/>
              </a:lnSpc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数据安全：核电厂区数据本地存储，不上公网；训练在内网工作站完成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" y="5715000"/>
            <a:ext cx="7620000" cy="36195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wrap="square" tIns="9525" bIns="9525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数据越用越多、模型越用越准：每轮巡检都在给模型补难例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JlMTcyZDA2NmI4MmU2MTBhZDI5MTljY2ZjYjgyYzMifQ=="/>
  <p:tag name="KSO_WPP_MARK_KEY" val="b357685c-0193-4565-9202-a867627ee32a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9_自定义设计方案">
  <a:themeElements>
    <a:clrScheme name="9_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自定义设计方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2629</Words>
  <Application>Microsoft Office PowerPoint</Application>
  <PresentationFormat>全屏显示(4:3)</PresentationFormat>
  <Paragraphs>272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Myriad Pro</vt:lpstr>
      <vt:lpstr>黑体</vt:lpstr>
      <vt:lpstr>华文新魏</vt:lpstr>
      <vt:lpstr>华文行楷</vt:lpstr>
      <vt:lpstr>楷体</vt:lpstr>
      <vt:lpstr>楷体_GB2312</vt:lpstr>
      <vt:lpstr>微软雅黑</vt:lpstr>
      <vt:lpstr>Arial</vt:lpstr>
      <vt:lpstr>Calibri</vt:lpstr>
      <vt:lpstr>Calibri Light</vt:lpstr>
      <vt:lpstr>Times New Roman</vt:lpstr>
      <vt:lpstr>Wingdings</vt:lpstr>
      <vt:lpstr>自定义设计方案</vt:lpstr>
      <vt:lpstr>1_自定义设计方案</vt:lpstr>
      <vt:lpstr>3_自定义设计方案</vt:lpstr>
      <vt:lpstr>9_自定义设计方案</vt:lpstr>
      <vt:lpstr>1_Office 主题</vt:lpstr>
      <vt:lpstr>自定义设计方案1</vt:lpstr>
      <vt:lpstr>1_自定义设计方案1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Wenjun Qian</cp:lastModifiedBy>
  <cp:revision>2093</cp:revision>
  <dcterms:created xsi:type="dcterms:W3CDTF">2013-07-04T11:09:00Z</dcterms:created>
  <dcterms:modified xsi:type="dcterms:W3CDTF">2026-09-28T03:37:12Z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E705849DAE9D4660BDB739641EECFE74</vt:lpwstr>
  </property>
  <property fmtid="{D5CDD505-2E9C-101B-9397-08002B2CF9AE}" pid="3" name="KSOProductBuildVer">
    <vt:lpwstr>2052-12.1.0.29161</vt:lpwstr>
  </property>
</Properties>
</file>